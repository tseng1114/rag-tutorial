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RAG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Retrieval-Augmented Generation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Loader</a:t>
            </a:r>
          </a:p>
          <a:p>
            <a:pPr lvl="1"/>
            <a:r>
              <a:t>Text Splitter</a:t>
            </a:r>
          </a:p>
          <a:p>
            <a:pPr lvl="1"/>
            <a:r>
              <a:t>Embedding Model</a:t>
            </a:r>
          </a:p>
          <a:p>
            <a:pPr lvl="1"/>
            <a:r>
              <a:t>Vector Database (FAISS)</a:t>
            </a:r>
          </a:p>
          <a:p>
            <a:pPr lvl="1"/>
            <a:r>
              <a:t>LLM (Local or API)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Mode (Ollama)</a:t>
            </a:r>
          </a:p>
          <a:p>
            <a:pPr lvl="1"/>
            <a:r>
              <a:t>llama3.2</a:t>
            </a:r>
          </a:p>
          <a:p>
            <a:pPr lvl="1"/>
            <a:r>
              <a:t>qwen2.5</a:t>
            </a:r>
          </a:p>
          <a:p>
            <a:pPr lvl="1"/>
            <a:r>
              <a:t>gemma2</a:t>
            </a:r>
          </a:p>
          <a:p>
            <a:pPr lvl="1"/>
            <a:r>
              <a:t>phi3.5</a:t>
            </a:r>
          </a:p>
          <a:p>
            <a:r>
              <a:t>API Mode (Gemini)</a:t>
            </a:r>
          </a:p>
          <a:p>
            <a:pPr lvl="1"/>
            <a:r>
              <a:t>gemini-2.5-flash</a:t>
            </a:r>
          </a:p>
          <a:p>
            <a:pPr lvl="1"/>
            <a:r>
              <a:t>gemini-2.5-pro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